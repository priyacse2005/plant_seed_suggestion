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3315C-5BBF-4F93-85FC-E1C3DE0A209C}">
  <a:tblStyle styleId="{B0D3315C-5BBF-4F93-85FC-E1C3DE0A2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1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3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2.fntdata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98535625-67E2-2692-7E5C-65AE8F0C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4D672415-9C3A-8027-C5FD-5C79ABE6A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41A6B571-02D2-8B9D-9F08-35558B892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316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9cd15bd2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8" name="Google Shape;168;g3d29cd15bd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9cd15bd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d29cd15bd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29cd15bd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8" name="Google Shape;188;g3d29cd15b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9cd15bd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d29cd15bd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 10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30.03.2026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Arial Narrow"/>
                <a:sym typeface="Arial Narrow"/>
              </a:rPr>
              <a:t>Session:AN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SzPts val="3600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INTELLIGENT CROP RECOMMENDATION SYSTEM BASED ON SOIL PARAMETERS AND IMAGE ANALYSIS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40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430935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RAJENDRA KANNAMMAL.G  M.E.,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MAYURI DEVI S (811722104088)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MONIKA M (811722104092)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NANDHINI K (811722104098)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PRIYADHARSHINI A (811722104114)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1288026"/>
            <a:ext cx="10515600" cy="393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To develop a machine learning system that analyzes soil parameters such as nitrogen, phosphorus, potassium, pH, temperature, humidity, and rainfall to recommend suitable crops.</a:t>
            </a:r>
          </a:p>
          <a:p>
            <a:pPr indent="-457200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To identify soil characteristics using deep learning by analyzing soil images and providing accurate crop and fertilizer recommendations.</a:t>
            </a:r>
          </a:p>
          <a:p>
            <a:pPr indent="-457200"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Arial Narrow"/>
                <a:ea typeface="Arial Narrow"/>
                <a:cs typeface="Arial Narrow"/>
                <a:sym typeface="Arial Narrow"/>
              </a:rPr>
              <a:t>To help farmers make better agricultural decisions by suggesting the most suitable crop seed and fertilizer based on soil conditions.</a:t>
            </a: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838200" y="1238865"/>
            <a:ext cx="10515600" cy="493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600" dirty="0">
                <a:latin typeface="Arial Narrow" panose="020B0606020202030204" pitchFamily="34" charset="0"/>
              </a:rPr>
              <a:t> Agriculture is an important sector for food production and the economy.</a:t>
            </a:r>
          </a:p>
          <a:p>
            <a:pPr indent="-457200" algn="just">
              <a:lnSpc>
                <a:spcPct val="150000"/>
              </a:lnSpc>
              <a:buSzPts val="2800"/>
            </a:pPr>
            <a:r>
              <a:rPr lang="en-US" sz="2600" dirty="0">
                <a:latin typeface="Arial Narrow" panose="020B0606020202030204" pitchFamily="34" charset="0"/>
              </a:rPr>
              <a:t> Choosing the right crop and fertilizer depends on soil condition.</a:t>
            </a:r>
          </a:p>
          <a:p>
            <a:pPr indent="-457200" algn="just">
              <a:lnSpc>
                <a:spcPct val="150000"/>
              </a:lnSpc>
              <a:buSzPts val="2800"/>
            </a:pPr>
            <a:r>
              <a:rPr lang="en-US" sz="2600" dirty="0">
                <a:latin typeface="Arial Narrow" panose="020B0606020202030204" pitchFamily="34" charset="0"/>
              </a:rPr>
              <a:t> Farmers sometimes do not have enough information about soil nutrients.</a:t>
            </a:r>
          </a:p>
          <a:p>
            <a:pPr indent="-457200" algn="just">
              <a:lnSpc>
                <a:spcPct val="150000"/>
              </a:lnSpc>
              <a:buSzPts val="2800"/>
            </a:pPr>
            <a:r>
              <a:rPr lang="en-US" sz="2600" dirty="0">
                <a:latin typeface="Arial Narrow" panose="020B0606020202030204" pitchFamily="34" charset="0"/>
              </a:rPr>
              <a:t> Machine learning can analyze soil data and soil images to suggest suitable                    crops.</a:t>
            </a:r>
          </a:p>
          <a:p>
            <a:pPr indent="-457200" algn="just">
              <a:lnSpc>
                <a:spcPct val="150000"/>
              </a:lnSpc>
              <a:buSzPts val="2800"/>
            </a:pPr>
            <a:r>
              <a:rPr lang="en-US" sz="2600" dirty="0">
                <a:latin typeface="Arial Narrow" panose="020B0606020202030204" pitchFamily="34" charset="0"/>
              </a:rPr>
              <a:t> This project recommends the best crop seed and fertilizer based on soil details.</a:t>
            </a: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/>
          <p:cNvGraphicFramePr/>
          <p:nvPr>
            <p:extLst>
              <p:ext uri="{D42A27DB-BD31-4B8C-83A1-F6EECF244321}">
                <p14:modId xmlns:p14="http://schemas.microsoft.com/office/powerpoint/2010/main" val="2901850054"/>
              </p:ext>
            </p:extLst>
          </p:nvPr>
        </p:nvGraphicFramePr>
        <p:xfrm>
          <a:off x="0" y="708000"/>
          <a:ext cx="12192000" cy="6393125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0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Crop Recommendation Using Soil and Environmental Parameters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Ozkok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EPSTEM Journal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Image Processing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Suitability Prediction Using Soil Texture Images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Karthik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RJWave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Publications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Transfer Learning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Based Crop Recommendation System</a:t>
                      </a:r>
                      <a:endParaRPr lang="en-US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 Prity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Ensemble ML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Agricultural Crop Recommendation Using ML Techniques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Authors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SVM</a:t>
                      </a:r>
                      <a:endParaRPr lang="en-IN" sz="240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20DE8CC0-D151-5C81-2638-96822AB3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4825CFD0-A68D-FB92-1588-6EB7C06AD763}"/>
              </a:ext>
            </a:extLst>
          </p:cNvPr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7CD750B5-F181-60D3-4678-9B13A9F685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CC5EAAC5-B5B2-663A-E77D-906B2AB61142}"/>
              </a:ext>
            </a:extLst>
          </p:cNvPr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>
            <a:extLst>
              <a:ext uri="{FF2B5EF4-FFF2-40B4-BE49-F238E27FC236}">
                <a16:creationId xmlns:a16="http://schemas.microsoft.com/office/drawing/2014/main" id="{1ABA7F27-80A8-6FFB-87EB-E240B24C6E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8140347"/>
              </p:ext>
            </p:extLst>
          </p:nvPr>
        </p:nvGraphicFramePr>
        <p:xfrm>
          <a:off x="68855" y="952833"/>
          <a:ext cx="12054299" cy="5289217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2992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2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5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3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53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Crop Recommendation Based on Soil and Climate Parameters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P. Ayesha Barvin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MDPI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Random Forest, KNN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53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Intelligent Crop Prediction System Using ML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S. Patel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IRJET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Naive Bayes, ML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53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Machine Learning Approaches for Precision Agriculture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J. Lee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 Narrow"/>
                        </a:rPr>
                        <a:t>ACM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ML Algorithms, Data Analytics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9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Smart Agriculture Using AI and Image Processing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A. Sharma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 Narrow"/>
                        </a:rPr>
                        <a:t>IEEE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dirty="0">
                          <a:latin typeface="Arial Narrow" panose="020B0606020202030204" pitchFamily="34" charset="0"/>
                        </a:rPr>
                        <a:t>CNN, OpenCV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58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719F94-B13D-3D00-7C91-3F83AC3DD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54666"/>
            <a:ext cx="10668000" cy="4436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IDENTIFI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ED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78928" y="1636026"/>
            <a:ext cx="10787742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just">
              <a:lnSpc>
                <a:spcPct val="150000"/>
              </a:lnSpc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Farmers have lack of knowledge about soil nutrients and suitable crops.</a:t>
            </a:r>
          </a:p>
          <a:p>
            <a:pPr marL="457200" lvl="0" indent="-457200" algn="just">
              <a:lnSpc>
                <a:spcPct val="150000"/>
              </a:lnSpc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Soil testing facilities are not easily available in rural areas.</a:t>
            </a:r>
          </a:p>
          <a:p>
            <a:pPr marL="457200" lvl="0" indent="-457200" algn="just">
              <a:lnSpc>
                <a:spcPct val="150000"/>
              </a:lnSpc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Farmers mostly depend on traditional farming methods and guesswork</a:t>
            </a:r>
          </a:p>
          <a:p>
            <a:pPr marL="457200" lvl="0" indent="-457200" algn="just">
              <a:lnSpc>
                <a:spcPct val="150000"/>
              </a:lnSpc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Existing systems do not provide accurate crop recommendations based on </a:t>
            </a:r>
          </a:p>
          <a:p>
            <a:pPr lvl="0" algn="just"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  soil  data.</a:t>
            </a:r>
          </a:p>
          <a:p>
            <a:pPr marL="457200" lvl="0" indent="-457200" algn="just">
              <a:lnSpc>
                <a:spcPct val="150000"/>
              </a:lnSpc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Improper crop selection leads to low crop yield and financial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056CB2-1782-62A4-4296-B73A979C3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490133"/>
            <a:ext cx="11235267" cy="4188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465445" y="1858297"/>
            <a:ext cx="3742761" cy="368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1.</a:t>
            </a: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 Laptop / PC</a:t>
            </a:r>
          </a:p>
          <a:p>
            <a:pPr mar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2. Processor: i3 or above</a:t>
            </a:r>
          </a:p>
          <a:p>
            <a:pPr mar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3. RAM: 4 GB minimum </a:t>
            </a:r>
          </a:p>
          <a:p>
            <a:pPr mar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4. Hard Disk: 256 GB</a:t>
            </a:r>
          </a:p>
          <a:p>
            <a:pPr marL="0" lv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5. Camera / Mobile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4"/>
          </p:nvPr>
        </p:nvSpPr>
        <p:spPr>
          <a:xfrm>
            <a:off x="6775134" y="1966451"/>
            <a:ext cx="5183100" cy="399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sz="26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1.</a:t>
            </a: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 Operating System: Windows</a:t>
            </a:r>
          </a:p>
          <a:p>
            <a:pPr marL="0" lv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2. Programming Language: Python 3.7.5</a:t>
            </a:r>
          </a:p>
          <a:p>
            <a:pPr marL="0" lv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3. Frontend: HTML, CSS, JavaScript</a:t>
            </a:r>
          </a:p>
          <a:p>
            <a:pPr marL="0" lv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4. Backend Tool: PyCharm </a:t>
            </a:r>
          </a:p>
          <a:p>
            <a:pPr marL="0" lvl="0" indent="0" algn="just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en-US" sz="2600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5. Database: MySQL</a:t>
            </a: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endParaRPr lang="en-US" sz="2600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IN" sz="2600" dirty="0">
                <a:latin typeface="Arial Narrow"/>
                <a:ea typeface="Arial Narrow"/>
                <a:cs typeface="Arial Narrow"/>
                <a:sym typeface="Arial Narrow"/>
              </a:rPr>
              <a:t>Farmer Interaction Module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26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Soil Information Analysis Module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IN" sz="2600" dirty="0">
                <a:latin typeface="Arial Narrow"/>
                <a:ea typeface="Arial Narrow"/>
                <a:cs typeface="Arial Narrow"/>
                <a:sym typeface="Arial Narrow"/>
              </a:rPr>
              <a:t>Dataset Training Module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IN" sz="2600" dirty="0">
                <a:latin typeface="Arial Narrow"/>
                <a:ea typeface="Arial Narrow"/>
                <a:cs typeface="Arial Narrow"/>
                <a:sym typeface="Arial Narrow"/>
              </a:rPr>
              <a:t>Crop Prediction Module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2600" dirty="0">
                <a:latin typeface="Arial Narrow"/>
                <a:ea typeface="Arial Narrow"/>
                <a:cs typeface="Arial Narrow"/>
                <a:sym typeface="Arial Narrow"/>
              </a:rPr>
              <a:t>Crop and Fertilizer recommendation Module</a:t>
            </a:r>
            <a:endParaRPr lang="en-IN" sz="26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6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0" y="15794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FARMER INTERACTION MODULE</a:t>
            </a:r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660400" y="880533"/>
            <a:ext cx="6942667" cy="457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This module allows farmers to interact with the system.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Farmers can enter soil details like nitrogen, phosphorus, potassium, pH, temperature, humidity, and rainfall.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Farmers can upload soil images.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system collects the information from the farmer.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data is sent to the system for analysis.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6BF5D-D943-CE4C-A5DE-0EE2F6E3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436" y="614791"/>
            <a:ext cx="4345527" cy="57415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SOIL INFORMATION ANALYSIS MODULE</a:t>
            </a: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6544733" cy="5211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This module analyzes the soil data entered by the</a:t>
            </a:r>
          </a:p>
          <a:p>
            <a:pPr indent="-45720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user.</a:t>
            </a:r>
          </a:p>
          <a:p>
            <a:pPr indent="-45720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It checks whether the data is correct.</a:t>
            </a:r>
          </a:p>
          <a:p>
            <a:pPr indent="-45720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system processes soil nutrients and environmental factors.</a:t>
            </a:r>
          </a:p>
          <a:p>
            <a:pPr indent="-45720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soil condition is identified.</a:t>
            </a:r>
          </a:p>
          <a:p>
            <a:pPr indent="-45720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ts val="2800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analyzed data is sent to the prediction module.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1A62DD-2642-6D79-7402-4F7B12874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734" y="810121"/>
            <a:ext cx="5181600" cy="50688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DATASET TRAINING MODULE</a:t>
            </a:r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516467" y="1320800"/>
            <a:ext cx="6722533" cy="413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>
              <a:lnSpc>
                <a:spcPct val="16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This module uses dataset collected from Kaggle.</a:t>
            </a:r>
          </a:p>
          <a:p>
            <a:pPr marL="514350" lvl="0" indent="-514350" algn="just">
              <a:lnSpc>
                <a:spcPct val="16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dataset contains soil parameters and crop information.</a:t>
            </a:r>
          </a:p>
          <a:p>
            <a:pPr marL="514350" lvl="0" indent="-514350" algn="just">
              <a:lnSpc>
                <a:spcPct val="16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Machine learning models are trained using this dataset.</a:t>
            </a:r>
          </a:p>
          <a:p>
            <a:pPr marL="514350" lvl="0" indent="-514350" algn="just">
              <a:lnSpc>
                <a:spcPct val="16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system learns patterns from the </a:t>
            </a:r>
            <a:r>
              <a:rPr lang="en-US" sz="2400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data.The</a:t>
            </a: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trained model is used for prediction.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3D6C8-A33C-902D-8843-FA38B0CC3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533" y="1439333"/>
            <a:ext cx="4586106" cy="38381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-152400" y="8371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CROP PREDICTION MODULE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838200" y="1041400"/>
            <a:ext cx="6594987" cy="441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indent="-45720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</a:rPr>
              <a:t>This module predicts the suitable crop based on soil data.</a:t>
            </a:r>
          </a:p>
          <a:p>
            <a:pPr lvl="0" indent="-45720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</a:rPr>
              <a:t>It uses machine learning algorithms for prediction.</a:t>
            </a:r>
          </a:p>
          <a:p>
            <a:pPr lvl="0" indent="-45720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</a:rPr>
              <a:t>The system analyzes soil parameters like nitrogen, phosphorus, potassium, pH, temperature, humidity, and rainfall.</a:t>
            </a:r>
          </a:p>
          <a:p>
            <a:pPr lvl="0" indent="-45720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</a:rPr>
              <a:t>The input data is compared with the trained dataset.</a:t>
            </a:r>
          </a:p>
          <a:p>
            <a:pPr lvl="0" indent="-457200" algn="just">
              <a:lnSpc>
                <a:spcPct val="150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</a:rPr>
              <a:t>The system predicts and displays the best crop for the given soil condition.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9DD295-CC3D-8E5F-1B7F-8CFA2F4A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01" y="1204658"/>
            <a:ext cx="4394199" cy="4250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CROP AND FERTILIZER RECOMMENDATION MODULE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 dirty="0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B833D6-8957-639D-4E73-204D813D1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863" y="1403075"/>
            <a:ext cx="4946137" cy="3778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8F24F-E726-3618-21B8-E08B2F9DD34F}"/>
              </a:ext>
            </a:extLst>
          </p:cNvPr>
          <p:cNvSpPr txBox="1"/>
          <p:nvPr/>
        </p:nvSpPr>
        <p:spPr>
          <a:xfrm>
            <a:off x="592668" y="1202268"/>
            <a:ext cx="6371036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This module recommends suitable fertilizers based on soil nutrient levels.</a:t>
            </a:r>
          </a:p>
          <a:p>
            <a:pPr indent="-457200" algn="just"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It checks the nutrient requirements of the predicted crop.</a:t>
            </a:r>
          </a:p>
          <a:p>
            <a:pPr indent="-457200" algn="just"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system suggests fertilizers that improve soil fertility.</a:t>
            </a:r>
          </a:p>
          <a:p>
            <a:pPr indent="-457200" algn="just"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Proper fertilizer usage helps increase crop yield and productivity.</a:t>
            </a:r>
          </a:p>
          <a:p>
            <a:pPr indent="-457200" algn="just">
              <a:buSzPts val="2800"/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final crop and fertilizer recommendation is displayed to the farmer.</a:t>
            </a:r>
            <a:endParaRPr lang="en-US" sz="2400" dirty="0">
              <a:latin typeface="Arial Narrow" panose="020B0606020202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33124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  <a:latin typeface="Arial Narrow" panose="020B0606020202030204" pitchFamily="34" charset="0"/>
              </a:rPr>
              <a:t>The system analyzes soil data and soil images using machine learning and deep learning techniques.It helps identify suitable crops based on soil nutrients and environmental conditions.</a:t>
            </a:r>
          </a:p>
          <a:p>
            <a:pPr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  <a:latin typeface="Arial Narrow" panose="020B0606020202030204" pitchFamily="34" charset="0"/>
              </a:rPr>
              <a:t>The system also recommends the appropriate fertilizer for better crop </a:t>
            </a:r>
            <a:r>
              <a:rPr lang="en-US" altLang="en-US" sz="2600" dirty="0" err="1">
                <a:solidFill>
                  <a:schemeClr val="tx1"/>
                </a:solidFill>
                <a:latin typeface="Arial Narrow" panose="020B0606020202030204" pitchFamily="34" charset="0"/>
              </a:rPr>
              <a:t>growth.This</a:t>
            </a:r>
            <a:r>
              <a:rPr lang="en-US" altLang="en-US" sz="2600" dirty="0">
                <a:solidFill>
                  <a:schemeClr val="tx1"/>
                </a:solidFill>
                <a:latin typeface="Arial Narrow" panose="020B0606020202030204" pitchFamily="34" charset="0"/>
              </a:rPr>
              <a:t> technology helps farmers make better farming decisions.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600" dirty="0">
                <a:latin typeface="Arial Narrow" panose="020B0606020202030204" pitchFamily="34" charset="0"/>
              </a:rPr>
              <a:t>The system can include real-time weather data for more accurate crop </a:t>
            </a:r>
            <a:r>
              <a:rPr lang="en-US" sz="2600" dirty="0" err="1">
                <a:latin typeface="Arial Narrow" panose="020B0606020202030204" pitchFamily="34" charset="0"/>
              </a:rPr>
              <a:t>recommendations.A</a:t>
            </a:r>
            <a:r>
              <a:rPr lang="en-US" sz="2600" dirty="0">
                <a:latin typeface="Arial Narrow" panose="020B0606020202030204" pitchFamily="34" charset="0"/>
              </a:rPr>
              <a:t> mobile application can be developed so farmers can easily use the system on smartphones.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600">
                <a:latin typeface="Arial Narrow" panose="020B0606020202030204" pitchFamily="34" charset="0"/>
              </a:rPr>
              <a:t>More </a:t>
            </a:r>
            <a:r>
              <a:rPr lang="en-US" sz="2600" dirty="0">
                <a:latin typeface="Arial Narrow" panose="020B0606020202030204" pitchFamily="34" charset="0"/>
              </a:rPr>
              <a:t>advanced machine learning models can be added to improve prediction </a:t>
            </a:r>
            <a:r>
              <a:rPr lang="en-US" sz="2600" dirty="0" err="1">
                <a:latin typeface="Arial Narrow" panose="020B0606020202030204" pitchFamily="34" charset="0"/>
              </a:rPr>
              <a:t>accuracy.The</a:t>
            </a:r>
            <a:r>
              <a:rPr lang="en-US" sz="2600" dirty="0">
                <a:latin typeface="Arial Narrow" panose="020B0606020202030204" pitchFamily="34" charset="0"/>
              </a:rPr>
              <a:t> system can support multiple languages to help farmers from different regions.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924</Words>
  <Application>Microsoft Office PowerPoint</Application>
  <PresentationFormat>Widescreen</PresentationFormat>
  <Paragraphs>150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FARMER INTERACTION MODULE</vt:lpstr>
      <vt:lpstr>SOIL INFORMATION ANALYSIS MODULE</vt:lpstr>
      <vt:lpstr>DATASET TRAINING MODULE</vt:lpstr>
      <vt:lpstr>CROP PREDICTION MODULE</vt:lpstr>
      <vt:lpstr>CROP AND FERTILIZER RECOMMENDATION MODULE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priyadharshiniashok15@gmail.com</cp:lastModifiedBy>
  <cp:revision>9</cp:revision>
  <dcterms:modified xsi:type="dcterms:W3CDTF">2026-03-27T08:05:57Z</dcterms:modified>
</cp:coreProperties>
</file>